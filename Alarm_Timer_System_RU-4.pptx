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EA"/>
                </a:solidFill>
              </a:rPr>
              <a:t>Alarm &amp; Timer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B0FF"/>
                </a:solidFill>
              </a:rPr>
              <a:t>C / Windows • SQLite • schtasks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0B0FF"/>
                </a:solidFill>
              </a:rPr>
              <a:t>https://github.com/Zipoo-i/alarm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Обзор проекта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Простая система будильников и таймера для Windows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Хранение расписания в SQLite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Интеграция с Планировщиком задач Windows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Звуковые уведомления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Удобное консольное управление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Состав системы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alarm_manager.exe — главное меню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trigger.exe — срабатывание будильника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timer.exe — обратный отсчёт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alarm_manager.exe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B0FF"/>
                </a:solidFill>
              </a:rPr>
              <a:t>Консольное меню для управления будильниками и таймером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Пункты меню: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1. Добавить будильник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2. Просмотреть список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3. Удалить будильник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4. Запустить таймер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trigger.exe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B0FF"/>
                </a:solidFill>
              </a:rPr>
              <a:t>Запускается планировщиком при срабатывании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Показывает всплывающее окно с заметкой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Ожидает команды stop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Логи в trigger_log.txt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timer.exe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B0FF"/>
                </a:solidFill>
              </a:rPr>
              <a:t>Таймер с обратным отсчётом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Задаётся в минутах или HH:MM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Звуковой сигнал по окончании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Сборка проекта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Запустите build.bat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Требуется MinGW gcc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</a:rPr>
              <a:t>• Все файлы собираются в CODE\run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Запуск и использование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1. Запустите alarm_manager.exe (от имени администратора)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2. Добавьте будильник (время, заметка, тип)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3. Используйте таймер из меню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EA"/>
                </a:solidFill>
              </a:rPr>
              <a:t>Особенности и примечания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Одноразовые будильники удаляются автоматически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Необходимы права администратора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Заметки отображаются в окне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• База данных alarms.db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EA"/>
                </a:solidFill>
              </a:rPr>
              <a:t>Заключение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Простая, надёжная система будильников и таймера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GitHub: https://github.com/Zipoo-i/alarm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2026-06-24T07:58:06Z</dcterms:created>
  <dcterms:modified xsi:type="dcterms:W3CDTF">2026-06-24T07:58:06Z</dcterms:modified>
</cp:coreProperties>
</file>